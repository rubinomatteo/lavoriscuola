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  <p:embeddedFont>
      <p:font typeface="Fira Code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7C6F17-98CE-4324-85BB-508598EAE31E}">
  <a:tblStyle styleId="{6F7C6F17-98CE-4324-85BB-508598EAE31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Inter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FiraCode-regular.fntdata"/><Relationship Id="rId25" Type="http://schemas.openxmlformats.org/officeDocument/2006/relationships/font" Target="fonts/Inter-boldItalic.fntdata"/><Relationship Id="rId27" Type="http://schemas.openxmlformats.org/officeDocument/2006/relationships/font" Target="fonts/FiraCode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1ae001a5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e1ae001a5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18.png"/><Relationship Id="rId13" Type="http://schemas.openxmlformats.org/officeDocument/2006/relationships/image" Target="../media/image15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9" Type="http://schemas.openxmlformats.org/officeDocument/2006/relationships/image" Target="../media/image11.png"/><Relationship Id="rId15" Type="http://schemas.openxmlformats.org/officeDocument/2006/relationships/image" Target="../media/image10.png"/><Relationship Id="rId1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2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2085975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505551" y="3133725"/>
            <a:ext cx="7180897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Architettura RESTful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490912" y="4078485"/>
            <a:ext cx="52101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 principi fondamentali delle API moderne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2333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478137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REST (Representational State Transfer)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è un insieme di vincoli architetturali, non un protocollo standard.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693169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Permette lo scambio di dati tra applicazioni scritte in linguaggi diversi, utilizzando il protocollo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come base per la comunicazione.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4908202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È lo standard </a:t>
            </a:r>
            <a:r>
              <a:rPr b="0" i="1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 facto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per lo sviluppo di applicazioni web, mobile e IoT per la sua leggerezza e scalabilità.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2333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09625" y="903535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Cos'è un'API REST?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903535"/>
            <a:ext cx="76200" cy="4857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0310"/>
            <a:ext cx="52387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title="API-REST-REST-API.jpg"/>
          <p:cNvPicPr preferRelativeResize="0"/>
          <p:nvPr/>
        </p:nvPicPr>
        <p:blipFill rotWithShape="1">
          <a:blip r:embed="rId5">
            <a:alphaModFix/>
          </a:blip>
          <a:srcRect b="-5441" l="2111" r="43765" t="0"/>
          <a:stretch/>
        </p:blipFill>
        <p:spPr>
          <a:xfrm>
            <a:off x="571500" y="1770310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6381750" y="2481084"/>
            <a:ext cx="5238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Nel 2000, </a:t>
            </a: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Roy Fielding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ha introdotto il concetto di REST nella sua tesi di dottorato, rivoluzionando la comunicazione web.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6381750" y="3429006"/>
            <a:ext cx="5238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differenza dei protocolli pesanti come SOAP, REST è nato per essere </a:t>
            </a: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leggero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ed </a:t>
            </a: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efficiente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sfruttando la natura stessa dell'infrastruttura HTTP già esistente.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6381750" y="4410853"/>
            <a:ext cx="5238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Questa visione ha permesso al web di scalare globalmente, diventando la lingua universale di internet.</a:t>
            </a:r>
            <a:endParaRPr sz="16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809625" y="903535"/>
            <a:ext cx="1135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 </a:t>
            </a:r>
            <a:r>
              <a:rPr b="0" i="0" lang="en-US" sz="31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Storia di REST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903535"/>
            <a:ext cx="76200" cy="4857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40085"/>
            <a:ext cx="3555950" cy="2227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640085"/>
            <a:ext cx="3555950" cy="2227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640085"/>
            <a:ext cx="3556099" cy="2227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58542"/>
            <a:ext cx="3555950" cy="2227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17950" y="4058542"/>
            <a:ext cx="3555950" cy="2227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64400" y="4058542"/>
            <a:ext cx="3556099" cy="222795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819150" y="2611635"/>
            <a:ext cx="3213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Client-Server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19150" y="2935485"/>
            <a:ext cx="30606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Separazione netta tra interfaccia (client) e dati (server).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4565600" y="2611635"/>
            <a:ext cx="3213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Stateless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565600" y="2935485"/>
            <a:ext cx="3060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Il server non memorizza informazioni sul client tra le richieste.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312050" y="2611635"/>
            <a:ext cx="3213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Cacheable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312050" y="2935485"/>
            <a:ext cx="3060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 risposte devono dichiararsi memorizzabili per velocità.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19150" y="5030092"/>
            <a:ext cx="3213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Interfaccia Uniforme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19150" y="5353942"/>
            <a:ext cx="3060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Comunicazione standard per risorse identificabili (URI).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565600" y="5030092"/>
            <a:ext cx="3213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Sistema a Livelli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565600" y="5353942"/>
            <a:ext cx="3060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Server intermedi (sicurezza, proxy) invisibili al client.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312050" y="5030092"/>
            <a:ext cx="3213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Code on Demand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312050" y="5353942"/>
            <a:ext cx="3060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Opzionale: Invio di codice eseguibile (es. script JS).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9150" y="191631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65600" y="191631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12050" y="191631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565600" y="4334767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0100" y="4311906"/>
            <a:ext cx="34290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331100" y="4347471"/>
            <a:ext cx="2286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/>
          <p:nvPr/>
        </p:nvSpPr>
        <p:spPr>
          <a:xfrm>
            <a:off x="571500" y="903535"/>
            <a:ext cx="76200" cy="485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809625" y="903535"/>
            <a:ext cx="1135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 6 Vincoli dell'Architettura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71500" y="1355080"/>
            <a:ext cx="49506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Risorse e URI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333375" y="1355080"/>
            <a:ext cx="76200" cy="4857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2431405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 REST, tutto è una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risorsa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identificata da un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URI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(Uniform Resource Identifier).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3520826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 risorse sono separate dalla loro rappresentazione inviata al client (solitamente JSON o XML).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4945409"/>
            <a:ext cx="4953000" cy="679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Esempio URI: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https://api.example.com/v1/utenti/123</a:t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4403" r="30463" t="0"/>
          <a:stretch/>
        </p:blipFill>
        <p:spPr>
          <a:xfrm>
            <a:off x="6096000" y="0"/>
            <a:ext cx="6096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" name="Google Shape;159;p18"/>
          <p:cNvGraphicFramePr/>
          <p:nvPr/>
        </p:nvGraphicFramePr>
        <p:xfrm>
          <a:off x="571500" y="25567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{6F7C6F17-98CE-4324-85BB-508598EAE31E}</a:tableStyleId>
              </a:tblPr>
              <a:tblGrid>
                <a:gridCol w="1720150"/>
                <a:gridCol w="6205825"/>
                <a:gridCol w="3123000"/>
              </a:tblGrid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Metodo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Azione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Tipo Operazione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Recupera la rappresentazione di una risorsa.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Sola Lettura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Crea una nuova risorsa.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Scrittura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Aggiorna o inizializza una risorsa esistente.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Scrittura / Update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DELETE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Elimina una risorsa specifica.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Eliminazione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0" name="Google Shape;160;p18"/>
          <p:cNvSpPr/>
          <p:nvPr/>
        </p:nvSpPr>
        <p:spPr>
          <a:xfrm>
            <a:off x="571500" y="3818780"/>
            <a:ext cx="17201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2291655" y="3818780"/>
            <a:ext cx="62058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8497490" y="3818780"/>
            <a:ext cx="3123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571500" y="4437905"/>
            <a:ext cx="17201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2291655" y="4437905"/>
            <a:ext cx="62058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8497490" y="4437905"/>
            <a:ext cx="3123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571500" y="5057030"/>
            <a:ext cx="17201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2291655" y="5057030"/>
            <a:ext cx="62058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8497490" y="5057030"/>
            <a:ext cx="3123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71500" y="5676155"/>
            <a:ext cx="17201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2291655" y="5676155"/>
            <a:ext cx="62058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8497490" y="5676155"/>
            <a:ext cx="3123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809625" y="903535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Metodi (Verbi) HTTP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71500" y="903535"/>
            <a:ext cx="76200" cy="4857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/>
          <p:cNvPicPr preferRelativeResize="0"/>
          <p:nvPr/>
        </p:nvPicPr>
        <p:blipFill rotWithShape="1">
          <a:blip r:embed="rId4">
            <a:alphaModFix/>
          </a:blip>
          <a:srcRect b="2620" l="0" r="50259" t="-2620"/>
          <a:stretch/>
        </p:blipFill>
        <p:spPr>
          <a:xfrm>
            <a:off x="6381750" y="2118568"/>
            <a:ext cx="5238750" cy="38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71500" y="3114228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JSON (JavaScript Object Notation)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è il formato di rappresentazione più diffuso.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38200" y="3995052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952500" y="3994100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Indipendente dal linguaggio.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38200" y="4330213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952500" y="4329261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Leggibile da macchine e persone.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838200" y="4665374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952500" y="4664422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Leggero e veloce da trasmettere.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09625" y="903535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JSON: Il Linguaggio del Web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571500" y="903535"/>
            <a:ext cx="76200" cy="4857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1755152" y="2940438"/>
            <a:ext cx="8681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Implementazione con fetch()</a:t>
            </a:r>
            <a:endParaRPr sz="54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451050" y="4602738"/>
            <a:ext cx="528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Consumare API REST in JavaScript</a:t>
            </a:r>
            <a:endParaRPr sz="21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96" name="Google Shape;19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9750" y="1932156"/>
            <a:ext cx="95250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71500" y="3253233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Fetch API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fornisce un'interfaccia moderna per recuperare risorse in modo asincrono.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4133105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Utilizza le </a:t>
            </a:r>
            <a:r>
              <a:rPr b="0" i="1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Promises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per gestire la risposta del server e gli eventuali errori di rete.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381750" y="2690068"/>
            <a:ext cx="5238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JavaScript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809625" y="903535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Esempio: Richiesta GET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571500" y="903535"/>
            <a:ext cx="76200" cy="4857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6381750" y="3253233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 inviare dati, specifichiamo il metodo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POST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nelle opzioni.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6381750" y="4133105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Dobbiamo definire le intestazioni (headers) e convertire l'oggetto in stringa JSON.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571500" y="2404318"/>
            <a:ext cx="5238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JavaScript POST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809625" y="903535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Esempio: Invio Dati (POST)</a:t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571500" y="903535"/>
            <a:ext cx="76200" cy="4857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571500" y="3080593"/>
            <a:ext cx="2571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10x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571500" y="4604593"/>
            <a:ext cx="2571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Più Leggero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3905250" y="3038921"/>
            <a:ext cx="747093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Perché scegliere REST?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3905250" y="3619946"/>
            <a:ext cx="71151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differenza di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SOAP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(pesante, basato su XML e standard rigidi), REST è: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4171950" y="4165609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4286250" y="4164657"/>
            <a:ext cx="67341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Flessibile: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Non impone formati rigidi.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4171950" y="4500770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4286250" y="4499818"/>
            <a:ext cx="67341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Scalabile: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Ideale per cloud e microservizi.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4171950" y="4835931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4286250" y="4834979"/>
            <a:ext cx="67341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Efficiente: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Minor consumo di banda (ottimo per mobile/IoT).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809625" y="903535"/>
            <a:ext cx="1135141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REST vs SOAP</a:t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571500" y="903535"/>
            <a:ext cx="76200" cy="4857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